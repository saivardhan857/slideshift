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4" r:id="rId4"/>
    <p:sldId id="273" r:id="rId5"/>
    <p:sldId id="272" r:id="rId6"/>
    <p:sldId id="271" r:id="rId7"/>
    <p:sldId id="270" r:id="rId8"/>
    <p:sldId id="269" r:id="rId9"/>
    <p:sldId id="268" r:id="rId10"/>
    <p:sldId id="267" r:id="rId11"/>
    <p:sldId id="266" r:id="rId12"/>
    <p:sldId id="265" r:id="rId13"/>
    <p:sldId id="264" r:id="rId14"/>
    <p:sldId id="263" r:id="rId15"/>
    <p:sldId id="262" r:id="rId16"/>
    <p:sldId id="260" r:id="rId17"/>
    <p:sldId id="259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97"/>
    <p:restoredTop sz="94658"/>
  </p:normalViewPr>
  <p:slideViewPr>
    <p:cSldViewPr snapToGrid="0">
      <p:cViewPr varScale="1">
        <p:scale>
          <a:sx n="64" d="100"/>
          <a:sy n="64" d="100"/>
        </p:scale>
        <p:origin x="87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eepak S" userId="eed5d5ff58c59949" providerId="LiveId" clId="{20A9E30C-C6E8-5042-BF79-6EFF2402E210}"/>
    <pc:docChg chg="addSld delSld modSld">
      <pc:chgData name="Deepak S" userId="eed5d5ff58c59949" providerId="LiveId" clId="{20A9E30C-C6E8-5042-BF79-6EFF2402E210}" dt="2026-05-13T12:17:22.381" v="5" actId="14100"/>
      <pc:docMkLst>
        <pc:docMk/>
      </pc:docMkLst>
      <pc:sldChg chg="del">
        <pc:chgData name="Deepak S" userId="eed5d5ff58c59949" providerId="LiveId" clId="{20A9E30C-C6E8-5042-BF79-6EFF2402E210}" dt="2026-05-13T12:16:51.346" v="0" actId="2696"/>
        <pc:sldMkLst>
          <pc:docMk/>
          <pc:sldMk cId="1726174072" sldId="258"/>
        </pc:sldMkLst>
      </pc:sldChg>
      <pc:sldChg chg="addSp delSp modSp new mod">
        <pc:chgData name="Deepak S" userId="eed5d5ff58c59949" providerId="LiveId" clId="{20A9E30C-C6E8-5042-BF79-6EFF2402E210}" dt="2026-05-13T12:17:22.381" v="5" actId="14100"/>
        <pc:sldMkLst>
          <pc:docMk/>
          <pc:sldMk cId="2479253528" sldId="260"/>
        </pc:sldMkLst>
        <pc:spChg chg="del">
          <ac:chgData name="Deepak S" userId="eed5d5ff58c59949" providerId="LiveId" clId="{20A9E30C-C6E8-5042-BF79-6EFF2402E210}" dt="2026-05-13T12:17:11.627" v="2" actId="931"/>
          <ac:spMkLst>
            <pc:docMk/>
            <pc:sldMk cId="2479253528" sldId="260"/>
            <ac:spMk id="3" creationId="{F668B7F6-422A-29AF-D029-42E49A429614}"/>
          </ac:spMkLst>
        </pc:spChg>
        <pc:picChg chg="add mod ord">
          <ac:chgData name="Deepak S" userId="eed5d5ff58c59949" providerId="LiveId" clId="{20A9E30C-C6E8-5042-BF79-6EFF2402E210}" dt="2026-05-13T12:17:22.381" v="5" actId="14100"/>
          <ac:picMkLst>
            <pc:docMk/>
            <pc:sldMk cId="2479253528" sldId="260"/>
            <ac:picMk id="5" creationId="{9CA5735F-46F8-5C4D-86BF-9F7BF3323CB8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DADE1-2FB4-370C-5D49-F273DDBAFA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A43386-E0E9-162E-748F-9EB0B0D5F8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C8885-7442-FF4D-9CEE-34193FCDC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0E1CA-D12B-E743-9451-5E0BC6E82E0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320A7B-71EA-6010-F46E-D2404C34F4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E60ECF-3C76-2B2A-A992-011D4D5886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08B37-E8DB-DE48-9D51-D6E0CB419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9393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5DFCD-1B0F-326B-9506-503A481DC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6E229E-7A5B-B279-C642-8AE414D1D0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62055-8480-6FEB-63F3-ED622AD03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0E1CA-D12B-E743-9451-5E0BC6E82E0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DB13E6-32F7-5DD5-D028-B3CA91A190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A645DF-5EEE-EC1E-4927-A990FA390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08B37-E8DB-DE48-9D51-D6E0CB419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1847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7285-D5D7-007A-88CD-E637673EB7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8F4C9A-A781-04AD-2CF9-81C13B778E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639007-DDB1-8ECA-565A-26FF66229D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0E1CA-D12B-E743-9451-5E0BC6E82E0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ED0E2-07FD-F20C-A2AD-33B8FC77C2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6F5A28-43AD-C88A-5B31-6E7217FA5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08B37-E8DB-DE48-9D51-D6E0CB419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97624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A76CD6-F2CF-141D-3FD0-E907BEC49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AE59E8-6C3F-C95F-C21D-D57936135E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4B7823-A2BD-6162-61C5-BA24D112F2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E457E5-D540-2564-9CF4-22F65F886C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0E1CA-D12B-E743-9451-5E0BC6E82E0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5176E2-3B56-C30F-00C8-BFF52CF46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E9633C-5FAE-F316-5F37-E228BE240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08B37-E8DB-DE48-9D51-D6E0CB419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16258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D0FE0-7D71-AA14-8310-DDF0858F8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7EDF0A-6246-B7CB-3DBD-C6F45D05A5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732DB3-47B1-0235-EE61-AE7EA92B3D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38F811-BE35-3F75-BE83-DFB922F2BB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FDA008-677B-43A6-AD04-62DAA8C7D4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45B1E9-C96E-5FF4-B334-9CAD3442B7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0E1CA-D12B-E743-9451-5E0BC6E82E0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14FD33-257A-2960-204F-414DD49BD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2F2B840-38AF-45A2-B4DD-B0B583B74D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08B37-E8DB-DE48-9D51-D6E0CB419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375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2C652C-ABD1-E00D-0FBE-E6DAB5395C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1DE981-5779-F12A-0342-7FFFD585B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0E1CA-D12B-E743-9451-5E0BC6E82E0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0A65C6-4BD6-9717-8613-49F7C3F03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A776C3-26A7-3DD8-7551-6C2B981F1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08B37-E8DB-DE48-9D51-D6E0CB419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92529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732A27-063C-FEF7-B9C6-F1B9E6B18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0E1CA-D12B-E743-9451-5E0BC6E82E0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38741D-1BF4-624C-A2E1-DAAA6E307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8688FC-79BB-1CBC-3F03-AB2E924B6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08B37-E8DB-DE48-9D51-D6E0CB419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17658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C3435-799D-F88D-492A-51A96A490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0A3489-F7DD-FC18-F894-81D3B695E8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47F2FA-BAA2-C26E-F428-842CA9447A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12EEED-95A7-AF75-C786-1299E74F1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0E1CA-D12B-E743-9451-5E0BC6E82E0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1E254C-6BF3-48D8-BE37-9700CEBAA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733279-5B4E-6696-B824-699208ED1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08B37-E8DB-DE48-9D51-D6E0CB419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9526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44524-F882-9157-DE70-014C948566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EEA126-2347-BDDA-BD34-3A3BAC0D2B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AF3351-4EDC-935C-FBF8-48DF19BEEE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156608-B8C8-F779-DEB0-1031AF89FC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0E1CA-D12B-E743-9451-5E0BC6E82E0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E415E0-F569-A6FB-B899-55EE1E6F3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2CF5C0-6FF7-40FD-B3EA-DD4B37C958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08B37-E8DB-DE48-9D51-D6E0CB419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1498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B7613-5B1D-3053-1A5D-70816E872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13E031C-6A29-3DBE-93AE-5053994A6E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AD1724-ED18-F08C-850E-1FEA71883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0E1CA-D12B-E743-9451-5E0BC6E82E0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62820E-D594-E95D-542E-964019DC1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35D3C9-1492-BA00-B0F1-688FE1AA0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08B37-E8DB-DE48-9D51-D6E0CB419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1834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65E156B-0D5C-0DF0-4888-87281E0088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FD87A5-EDC9-921F-0159-FE0BCCF887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E0FE6E-E92B-9B34-1FA0-ACAD5D82A4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0E1CA-D12B-E743-9451-5E0BC6E82E0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51EB6F-5271-3F8E-757B-A78E1A1B4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65C4AF-ED01-BCCC-06AE-5B5096E4B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08B37-E8DB-DE48-9D51-D6E0CB419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7619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D2083A4-5198-4EA2-1651-C94A920EE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24B47D-6EAA-AFCF-8BA6-B5772C6CBB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D84D52-3DC1-877E-0A54-A57FBA35F3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20E1CA-D12B-E743-9451-5E0BC6E82E0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17E50B-CB86-1ACA-C0A7-A6F8277D54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4BA998-F007-A506-4AF1-89187DAE28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A08B37-E8DB-DE48-9D51-D6E0CB419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5443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202CD1-C231-E5BE-7131-4E1E8BD64E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C30AC7-5706-A047-BC8D-EC4C04DF49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B7AB27-F75A-F629-AFA3-06A2C2FD88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3280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119BF-E97F-05B4-8CE7-2474429EA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78D85D9-D906-3BD6-C3D1-63BF36AB099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25656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324EB-403B-AB2F-FB23-F342A01BC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EF19E-36E4-6660-5753-87E3892C0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48F584C-605E-8137-C458-A9D494B3D3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1049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D4942-7E87-A5D1-E97D-4160CB945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82045A-11ED-F601-623F-D27C9C690D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0DD8089-74CA-4B1D-9E88-4A8D9D149F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5664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DC99B-DB2C-29C9-651E-7746755CA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C5C21-11CC-35DA-B037-FAE12D3FEC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F657DCA-07AE-F470-45C0-F59A7A9DDA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5639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3D6F34-94DE-6335-1831-5B02BD724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B6E650-DA46-1C10-2806-CAFED96F0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CED00CE-D838-B03A-6F04-A4D0D270F8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7366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863298-D9C5-5CF5-9004-0E32191F0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26432-8136-2596-C4E6-14BC105F3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CC27C41-B5B4-5F03-EDF8-E067A1BA0E5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6966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A15892-4C7F-7187-F623-66FAD7C57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ECC61-FC0D-EE83-2BE5-DBAA632A1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2B81FA8-4EB5-EC59-FF50-00A18A1362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9740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9D4D8-A2B6-B8DD-3210-3EB60E178C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477B9-74A8-20BF-391E-187DEB62E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67F2DB9-A1C8-AC3B-53D7-13A5928E37E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08548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DC3B41-FB76-543D-84A9-2210367AD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1201B8-7F63-133C-4B48-10D200B55A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1E582D0-9A9F-52B1-F59A-1775DB9D5AD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2596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9136D-D1ED-1999-3A0E-A34F46460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67D330-1D4A-3C4D-6A0A-8682BEEB1B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1446C94-84E3-5FB3-65C9-087F08A142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5235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48EEFE-9EDC-E6DD-16BD-0082D0ED5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2B7E0-0B43-4FC1-CD07-C6E4803A6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6908109-59FA-686F-0D04-CC9B87B85F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3233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1FE53-3A2E-A890-73E4-F701FF846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AF69A-0361-5E43-1367-8CF85B5CE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13FB4A6-827C-1B91-62AF-310502FEC3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24977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14AF7-D2EF-0B33-F83F-C38C6CE4D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3BFBE-EFB3-B088-20FC-5393B071C1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201F89C-4783-9C35-F293-87F735B4693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5877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636E3-6C00-5D25-926E-48778C6DC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D85DD-3C3E-E9F2-5C18-2D8DB66D8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8614463-A227-6973-3D98-F62E48DB658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28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AF538-EC04-235D-B3D4-0C4F3CA33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CA5735F-46F8-5C4D-86BF-9F7BF3323C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2535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66DE5-9846-8C8B-DC5F-D538AE13D2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CCE328A-31ED-C19C-D765-C6CFDB651E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0916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0</Words>
  <Application>Microsoft Office PowerPoint</Application>
  <PresentationFormat>Widescreen</PresentationFormat>
  <Paragraphs>0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Dr. Syamala Bhupathi</dc:creator>
  <cp:lastModifiedBy>CUCOM SYSTEM 3</cp:lastModifiedBy>
  <cp:revision>2</cp:revision>
  <dcterms:created xsi:type="dcterms:W3CDTF">2026-05-13T12:13:12Z</dcterms:created>
  <dcterms:modified xsi:type="dcterms:W3CDTF">2026-06-12T16:00:29Z</dcterms:modified>
</cp:coreProperties>
</file>