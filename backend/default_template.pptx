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94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0" i="0">
                <a:solidFill>
                  <a:srgbClr val="FF000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0206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23495">
              <a:lnSpc>
                <a:spcPct val="100000"/>
              </a:lnSpc>
              <a:spcBef>
                <a:spcPts val="40"/>
              </a:spcBef>
            </a:pPr>
            <a:r>
              <a:rPr dirty="0"/>
              <a:t>Dr</a:t>
            </a:r>
            <a:r>
              <a:rPr spc="-5" dirty="0"/>
              <a:t> </a:t>
            </a:r>
            <a:r>
              <a:rPr spc="-25" dirty="0"/>
              <a:t>SKM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03/08/26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0" i="0">
                <a:solidFill>
                  <a:srgbClr val="FF000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206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23495">
              <a:lnSpc>
                <a:spcPct val="100000"/>
              </a:lnSpc>
              <a:spcBef>
                <a:spcPts val="40"/>
              </a:spcBef>
            </a:pPr>
            <a:r>
              <a:rPr dirty="0"/>
              <a:t>Dr</a:t>
            </a:r>
            <a:r>
              <a:rPr spc="-5" dirty="0"/>
              <a:t> </a:t>
            </a:r>
            <a:r>
              <a:rPr spc="-25" dirty="0"/>
              <a:t>SKM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03/08/26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0" i="0">
                <a:solidFill>
                  <a:srgbClr val="FF000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23495">
              <a:lnSpc>
                <a:spcPct val="100000"/>
              </a:lnSpc>
              <a:spcBef>
                <a:spcPts val="40"/>
              </a:spcBef>
            </a:pPr>
            <a:r>
              <a:rPr dirty="0"/>
              <a:t>Dr</a:t>
            </a:r>
            <a:r>
              <a:rPr spc="-5" dirty="0"/>
              <a:t> </a:t>
            </a:r>
            <a:r>
              <a:rPr spc="-25" dirty="0"/>
              <a:t>SKM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03/08/26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0" i="0">
                <a:solidFill>
                  <a:srgbClr val="FF000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23495">
              <a:lnSpc>
                <a:spcPct val="100000"/>
              </a:lnSpc>
              <a:spcBef>
                <a:spcPts val="40"/>
              </a:spcBef>
            </a:pPr>
            <a:r>
              <a:rPr dirty="0"/>
              <a:t>Dr</a:t>
            </a:r>
            <a:r>
              <a:rPr spc="-5" dirty="0"/>
              <a:t> </a:t>
            </a:r>
            <a:r>
              <a:rPr spc="-25" dirty="0"/>
              <a:t>SKM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03/08/26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2475" y="600075"/>
            <a:ext cx="10829925" cy="581024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23495">
              <a:lnSpc>
                <a:spcPct val="100000"/>
              </a:lnSpc>
              <a:spcBef>
                <a:spcPts val="40"/>
              </a:spcBef>
            </a:pPr>
            <a:r>
              <a:rPr dirty="0"/>
              <a:t>Dr</a:t>
            </a:r>
            <a:r>
              <a:rPr spc="-5" dirty="0"/>
              <a:t> </a:t>
            </a:r>
            <a:r>
              <a:rPr spc="-25" dirty="0"/>
              <a:t>SKM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03/08/26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96718" y="30640"/>
            <a:ext cx="6651971" cy="15722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0" i="0">
                <a:solidFill>
                  <a:srgbClr val="FF000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449705" y="1777491"/>
            <a:ext cx="8825865" cy="434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0206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841714" y="6428920"/>
            <a:ext cx="509270" cy="211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23495">
              <a:lnSpc>
                <a:spcPct val="100000"/>
              </a:lnSpc>
              <a:spcBef>
                <a:spcPts val="40"/>
              </a:spcBef>
            </a:pPr>
            <a:r>
              <a:rPr dirty="0"/>
              <a:t>Dr</a:t>
            </a:r>
            <a:r>
              <a:rPr spc="-5" dirty="0"/>
              <a:t> </a:t>
            </a:r>
            <a:r>
              <a:rPr spc="-25" dirty="0"/>
              <a:t>SKM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6939" y="6428920"/>
            <a:ext cx="609600" cy="211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03/08/26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67415" y="6428920"/>
            <a:ext cx="244475" cy="211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96718" y="30640"/>
            <a:ext cx="6651971" cy="1219659"/>
          </a:xfrm>
          <a:prstGeom prst="rect">
            <a:avLst/>
          </a:prstGeom>
        </p:spPr>
        <p:txBody>
          <a:bodyPr vert="horz" wrap="square" lIns="0" tIns="598263" rIns="0" bIns="0" rtlCol="0">
            <a:spAutoFit/>
          </a:bodyPr>
          <a:lstStyle/>
          <a:p>
            <a:pPr marL="2107565">
              <a:lnSpc>
                <a:spcPct val="100000"/>
              </a:lnSpc>
              <a:spcBef>
                <a:spcPts val="100"/>
              </a:spcBef>
            </a:pPr>
            <a:r>
              <a:rPr lang="en-IN" sz="4000" dirty="0">
                <a:latin typeface="Calibri"/>
                <a:cs typeface="Calibri"/>
              </a:rPr>
              <a:t> </a:t>
            </a:r>
            <a:endParaRPr sz="40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30626" y="1784603"/>
            <a:ext cx="8744585" cy="495392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algn="just">
              <a:lnSpc>
                <a:spcPct val="130400"/>
              </a:lnSpc>
              <a:spcBef>
                <a:spcPts val="135"/>
              </a:spcBef>
              <a:tabLst>
                <a:tab pos="241300" algn="l"/>
              </a:tabLst>
            </a:pPr>
            <a:r>
              <a:rPr lang="en-IN" sz="2600" b="1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endParaRPr sz="26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4085" y="366530"/>
            <a:ext cx="2326795" cy="110375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IN" spc="-10" dirty="0"/>
              <a:t>[Date]</a:t>
            </a: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IN" spc="-35" dirty="0"/>
              <a:t>[Na</a:t>
            </a:r>
            <a:r>
              <a:rPr spc="-35" dirty="0"/>
              <a:t>me]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1</a:t>
            </a:fld>
            <a:endParaRPr spc="-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Calibri</vt:lpstr>
      <vt:lpstr>Calibri Light</vt:lpstr>
      <vt:lpstr>Office Theme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sri sai vardhan jonnagadala</cp:lastModifiedBy>
  <cp:revision>2</cp:revision>
  <dcterms:created xsi:type="dcterms:W3CDTF">2026-09-10T16:26:13Z</dcterms:created>
  <dcterms:modified xsi:type="dcterms:W3CDTF">2026-09-10T16:38:36Z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2026-08-03T00:00:00Z</vt:filetime>
  </property>
  <property fmtid="{D5CDD505-2E9C-101B-9397-08002B2CF9AE}" pid="4" name="LastSaved">
    <vt:filetime>2026-09-10T00:00:00Z</vt:filetime>
  </property>
  <property fmtid="{D5CDD505-2E9C-101B-9397-08002B2CF9AE}" pid="5" name="Producer">
    <vt:lpwstr>macOS Version 26.5.2 (Build 25F84) Quartz PDFContext</vt:lpwstr>
  </property>
</Properties>
</file>